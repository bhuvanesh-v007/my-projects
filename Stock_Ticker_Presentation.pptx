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Price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180.0</c:v>
                </c:pt>
                <c:pt idx="1">
                  <c:v>185.0</c:v>
                </c:pt>
                <c:pt idx="2">
                  <c:v>183.0</c:v>
                </c:pt>
                <c:pt idx="3">
                  <c:v>188.0</c:v>
                </c:pt>
                <c:pt idx="4">
                  <c:v>190.0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General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"/>
          <p:cNvSpPr>
            <a:spLocks noGrp="1"/>
          </p:cNvSpPr>
          <p:nvPr>
            <p:ph type="body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"</a:t>
            </a:r>
            <a:r>
              <a:rPr lang="en-US"/>
              <a:t>P</a:t>
            </a:r>
            <a:r>
              <a:rPr lang="en-US"/>
              <a:t>h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"</a:t>
            </a:r>
            <a:r>
              <a:rPr lang="en-US"/>
              <a:t>: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e</a:t>
            </a:r>
            <a:r>
              <a:rPr lang="en-US"/>
              <a:t>b</a:t>
            </a:r>
            <a:r>
              <a:rPr lang="en-US"/>
              <a:t>s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k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 </a:t>
            </a:r>
            <a:r>
              <a:t>Stock Ticker System</a:t>
            </a:r>
            <a:endParaRPr altLang="en-US" lang="zh-CN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 rot="24957">
            <a:off x="3944131" y="4432766"/>
            <a:ext cx="6621097" cy="2028352"/>
          </a:xfrm>
        </p:spPr>
        <p:txBody>
          <a:bodyPr/>
          <a:p>
            <a:r>
              <a:rPr altLang="en-US" b="1" lang="en-US"/>
              <a:t>T</a:t>
            </a:r>
            <a:r>
              <a:rPr altLang="en-US" b="1" lang="en-US"/>
              <a:t>e</a:t>
            </a:r>
            <a:r>
              <a:rPr altLang="en-US" b="1" lang="en-US"/>
              <a:t>a</a:t>
            </a:r>
            <a:r>
              <a:rPr altLang="en-US" b="1" lang="en-US"/>
              <a:t>m</a:t>
            </a:r>
            <a:r>
              <a:rPr altLang="en-US" b="1" lang="en-US"/>
              <a:t> </a:t>
            </a:r>
            <a:r>
              <a:rPr altLang="en-US" b="1" lang="en-US"/>
              <a:t>m</a:t>
            </a:r>
            <a:r>
              <a:rPr altLang="en-US" b="1" lang="en-US"/>
              <a:t>e</a:t>
            </a:r>
            <a:r>
              <a:rPr altLang="en-US" b="1" lang="en-US"/>
              <a:t>m</a:t>
            </a:r>
            <a:r>
              <a:rPr altLang="en-US" b="1" lang="en-US"/>
              <a:t>b</a:t>
            </a:r>
            <a:r>
              <a:rPr altLang="en-US" b="1" lang="en-US"/>
              <a:t>e</a:t>
            </a:r>
            <a:r>
              <a:rPr altLang="en-US" b="1" lang="en-US"/>
              <a:t>r</a:t>
            </a:r>
            <a:r>
              <a:rPr altLang="en-US" b="1" lang="en-US"/>
              <a:t>s</a:t>
            </a:r>
            <a:r>
              <a:rPr altLang="en-US" b="1" lang="en-US"/>
              <a:t>:</a:t>
            </a:r>
            <a:r>
              <a:rPr altLang="en-US" lang="en-US"/>
              <a:t> </a:t>
            </a:r>
            <a:endParaRPr altLang="en-US" lang="zh-CN"/>
          </a:p>
          <a:p>
            <a:r>
              <a:rPr altLang="en-US" lang="en-US"/>
              <a:t>V</a:t>
            </a:r>
            <a:r>
              <a:rPr altLang="en-US" lang="en-US"/>
              <a:t>.</a:t>
            </a:r>
            <a:r>
              <a:rPr altLang="en-US" lang="en-US"/>
              <a:t>B</a:t>
            </a:r>
            <a:r>
              <a:rPr altLang="en-US" lang="en-US"/>
              <a:t>h</a:t>
            </a:r>
            <a:r>
              <a:rPr altLang="en-US" lang="en-US"/>
              <a:t>u</a:t>
            </a:r>
            <a:r>
              <a:rPr altLang="en-US" lang="en-US"/>
              <a:t>v</a:t>
            </a:r>
            <a:r>
              <a:rPr altLang="en-US" lang="en-US"/>
              <a:t>a</a:t>
            </a:r>
            <a:r>
              <a:rPr altLang="en-US" lang="en-US"/>
              <a:t>n</a:t>
            </a:r>
            <a:r>
              <a:rPr altLang="en-US" lang="en-US"/>
              <a:t>e</a:t>
            </a:r>
            <a:r>
              <a:rPr altLang="en-US" lang="en-US"/>
              <a:t>s</a:t>
            </a:r>
            <a:r>
              <a:rPr altLang="en-US" lang="en-US"/>
              <a:t>h</a:t>
            </a:r>
            <a:endParaRPr altLang="en-US" lang="zh-CN"/>
          </a:p>
          <a:p>
            <a:r>
              <a:rPr altLang="en-US" lang="en-US"/>
              <a:t>B</a:t>
            </a:r>
            <a:r>
              <a:rPr altLang="en-US" lang="en-US"/>
              <a:t>.</a:t>
            </a:r>
            <a:r>
              <a:rPr altLang="en-US" lang="en-US"/>
              <a:t>V</a:t>
            </a:r>
            <a:r>
              <a:rPr altLang="en-US" lang="en-US"/>
              <a:t>i</a:t>
            </a:r>
            <a:r>
              <a:rPr altLang="en-US" lang="en-US"/>
              <a:t>n</a:t>
            </a:r>
            <a:r>
              <a:rPr altLang="en-US" lang="en-US"/>
              <a:t>d</a:t>
            </a:r>
            <a:r>
              <a:rPr altLang="en-US" lang="en-US"/>
              <a:t>h</a:t>
            </a:r>
            <a:r>
              <a:rPr altLang="en-US" lang="en-US"/>
              <a:t>y</a:t>
            </a:r>
            <a:r>
              <a:rPr altLang="en-US" lang="en-US"/>
              <a:t>a</a:t>
            </a:r>
            <a:r>
              <a:rPr altLang="en-US" lang="en-US"/>
              <a:t>r</a:t>
            </a:r>
            <a:r>
              <a:rPr altLang="en-US" lang="en-US"/>
              <a:t>e</a:t>
            </a:r>
            <a:r>
              <a:rPr altLang="en-US" lang="en-US"/>
              <a:t>d</a:t>
            </a:r>
            <a:r>
              <a:rPr altLang="en-US" lang="en-US"/>
              <a:t>d</a:t>
            </a:r>
            <a:r>
              <a:rPr altLang="en-US" lang="en-US"/>
              <a:t>y</a:t>
            </a:r>
            <a:endParaRPr altLang="en-US" lang="zh-CN"/>
          </a:p>
          <a:p>
            <a:r>
              <a:rPr altLang="en-US" lang="en-US"/>
              <a:t>S</a:t>
            </a:r>
            <a:r>
              <a:rPr altLang="en-US" lang="en-US"/>
              <a:t>.</a:t>
            </a:r>
            <a:r>
              <a:rPr altLang="en-US" lang="en-US"/>
              <a:t>S</a:t>
            </a:r>
            <a:r>
              <a:rPr altLang="en-US" lang="en-US"/>
              <a:t>i</a:t>
            </a:r>
            <a:r>
              <a:rPr altLang="en-US" lang="en-US"/>
              <a:t>l</a:t>
            </a:r>
            <a:r>
              <a:rPr altLang="en-US" lang="en-US"/>
              <a:t>p</a:t>
            </a:r>
            <a:r>
              <a:rPr altLang="en-US" lang="en-US"/>
              <a:t>a</a:t>
            </a:r>
            <a:r>
              <a:rPr altLang="en-US" lang="en-US"/>
              <a:t> </a:t>
            </a:r>
            <a:r>
              <a:rPr altLang="en-US" lang="en-US"/>
              <a:t>k</a:t>
            </a:r>
            <a:r>
              <a:rPr altLang="en-US" lang="en-US"/>
              <a:t>u</a:t>
            </a:r>
            <a:r>
              <a:rPr altLang="en-US" lang="en-US"/>
              <a:t>m</a:t>
            </a:r>
            <a:r>
              <a:rPr altLang="en-US" lang="en-US"/>
              <a:t>a</a:t>
            </a:r>
            <a:r>
              <a:rPr altLang="en-US" lang="en-US"/>
              <a:t>r</a:t>
            </a:r>
            <a:r>
              <a:rPr altLang="en-US" lang="en-US"/>
              <a:t>i</a:t>
            </a:r>
            <a:endParaRPr altLang="en-US" lang="zh-CN"/>
          </a:p>
          <a:p>
            <a:r>
              <a:rPr altLang="en-US" lang="en-US"/>
              <a:t>C</a:t>
            </a:r>
            <a:r>
              <a:rPr altLang="en-US" lang="en-US"/>
              <a:t>.</a:t>
            </a:r>
            <a:r>
              <a:rPr altLang="en-US" lang="en-US"/>
              <a:t>A</a:t>
            </a:r>
            <a:r>
              <a:rPr altLang="en-US" lang="en-US"/>
              <a:t>n</a:t>
            </a:r>
            <a:r>
              <a:rPr altLang="en-US" lang="en-US"/>
              <a:t>n</a:t>
            </a:r>
            <a:r>
              <a:rPr altLang="en-US" lang="en-US"/>
              <a:t>i</a:t>
            </a:r>
            <a:r>
              <a:rPr altLang="en-US" lang="en-US"/>
              <a:t>s</a:t>
            </a:r>
            <a:r>
              <a:rPr altLang="en-US" lang="en-US"/>
              <a:t> </a:t>
            </a:r>
            <a:r>
              <a:rPr altLang="en-US" lang="en-US"/>
              <a:t>f</a:t>
            </a:r>
            <a:r>
              <a:rPr altLang="en-US" lang="en-US"/>
              <a:t>r</a:t>
            </a:r>
            <a:r>
              <a:rPr altLang="en-US" lang="en-US"/>
              <a:t>i</a:t>
            </a:r>
            <a:r>
              <a:rPr altLang="en-US" lang="en-US"/>
              <a:t>z</a:t>
            </a:r>
            <a:r>
              <a:rPr altLang="en-US" lang="en-US"/>
              <a:t>e</a:t>
            </a:r>
            <a:r>
              <a:rPr altLang="en-US" lang="en-US"/>
              <a:t>e</a:t>
            </a:r>
            <a:r>
              <a:rPr altLang="en-US" lang="en-US"/>
              <a:t>l</a:t>
            </a:r>
            <a:r>
              <a:rPr altLang="en-US" lang="en-US"/>
              <a:t>a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What is a Stock Ticker?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A stock ticker is a symbol representing a publicly traded company</a:t>
            </a:r>
          </a:p>
          <a:p>
            <a:r>
              <a:t>• It shows real-time or delayed price information</a:t>
            </a:r>
          </a:p>
          <a:p>
            <a:r>
              <a:t>• Example: AAPL (Apple), TSLA (Tesla), GOOGL (Google)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Stock Ticker Display Example</a:t>
            </a:r>
          </a:p>
        </p:txBody>
      </p:sp>
      <p:sp>
        <p:nvSpPr>
          <p:cNvPr id="1048601" name="Rectangle 2"/>
          <p:cNvSpPr/>
          <p:nvPr/>
        </p:nvSpPr>
        <p:spPr>
          <a:xfrm>
            <a:off x="914400" y="1828800"/>
            <a:ext cx="7315200" cy="1371600"/>
          </a:xfrm>
          <a:prstGeom prst="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sz="2800"/>
            </a:pPr>
            <a:r>
              <a:t>AAPL  |  $189.45  |  ▲ +1.25 (0.66%)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How Stock Tickers Work</a:t>
            </a:r>
          </a:p>
        </p:txBody>
      </p:sp>
      <p:sp>
        <p:nvSpPr>
          <p:cNvPr id="1048603" name="Rounded Rectangle 2"/>
          <p:cNvSpPr/>
          <p:nvPr/>
        </p:nvSpPr>
        <p:spPr>
          <a:xfrm>
            <a:off x="457200" y="2286000"/>
            <a:ext cx="1554480" cy="91440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t>Stock Exchange</a:t>
            </a:r>
          </a:p>
        </p:txBody>
      </p:sp>
      <p:sp>
        <p:nvSpPr>
          <p:cNvPr id="1048604" name="Rounded Rectangle 3"/>
          <p:cNvSpPr/>
          <p:nvPr/>
        </p:nvSpPr>
        <p:spPr>
          <a:xfrm>
            <a:off x="2103120" y="2286000"/>
            <a:ext cx="1554480" cy="91440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t>Market Data Provider</a:t>
            </a:r>
          </a:p>
        </p:txBody>
      </p:sp>
      <p:sp>
        <p:nvSpPr>
          <p:cNvPr id="1048605" name="Rounded Rectangle 4"/>
          <p:cNvSpPr/>
          <p:nvPr/>
        </p:nvSpPr>
        <p:spPr>
          <a:xfrm>
            <a:off x="3749039" y="2286000"/>
            <a:ext cx="1554480" cy="91440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t>API Server</a:t>
            </a:r>
          </a:p>
        </p:txBody>
      </p:sp>
      <p:sp>
        <p:nvSpPr>
          <p:cNvPr id="1048606" name="Rounded Rectangle 5"/>
          <p:cNvSpPr/>
          <p:nvPr/>
        </p:nvSpPr>
        <p:spPr>
          <a:xfrm>
            <a:off x="5394959" y="2286000"/>
            <a:ext cx="1554480" cy="91440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t>Application / Website</a:t>
            </a:r>
          </a:p>
        </p:txBody>
      </p:sp>
      <p:sp>
        <p:nvSpPr>
          <p:cNvPr id="1048607" name="Rounded Rectangle 6"/>
          <p:cNvSpPr/>
          <p:nvPr/>
        </p:nvSpPr>
        <p:spPr>
          <a:xfrm>
            <a:off x="7040879" y="2286000"/>
            <a:ext cx="1554480" cy="91440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t>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Stock Price Movement</a:t>
            </a:r>
          </a:p>
        </p:txBody>
      </p:sp>
      <p:graphicFrame>
        <p:nvGraphicFramePr>
          <p:cNvPr id="4194304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t>Why Stock Tickers are Important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Help investors track stock prices</a:t>
            </a:r>
          </a:p>
          <a:p>
            <a:r>
              <a:t>• Used in trading platforms and financial apps</a:t>
            </a:r>
          </a:p>
          <a:p>
            <a:r>
              <a:t>• Essential for analysis and decision 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Applications of Stock Tickers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Stock trading platforms</a:t>
            </a:r>
          </a:p>
          <a:p>
            <a:r>
              <a:t>• Financial news channels</a:t>
            </a:r>
          </a:p>
          <a:p>
            <a:r>
              <a:t>• Mobile finance applications</a:t>
            </a:r>
          </a:p>
          <a:p>
            <a:r>
              <a:t>• College and research 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Stock tickers provide real-time market insights</a:t>
            </a:r>
          </a:p>
          <a:p>
            <a:r>
              <a:t>• They are the backbone of modern trading systems</a:t>
            </a:r>
          </a:p>
          <a:p>
            <a:r>
              <a:t>• Easy to integrate using APIs in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CPH2381</dc:creator>
  <cp:lastModifiedBy>Steve Canny</cp:lastModifiedBy>
  <dcterms:created xsi:type="dcterms:W3CDTF">2013-01-25T02:14:16Z</dcterms:created>
  <dcterms:modified xsi:type="dcterms:W3CDTF">2025-12-14T12:28:51Z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1e07c64f71d94881b36b13883f280671</vt:lpwstr>
  </property>
</Properties>
</file>